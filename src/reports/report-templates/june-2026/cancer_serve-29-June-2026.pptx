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6" r:id="rId3"/>
    <p:sldId id="269" r:id="rId13"/>
    <p:sldId id="257" r:id="rId5"/>
    <p:sldId id="258" r:id="rId6"/>
    <p:sldId id="259" r:id="rId7"/>
    <p:sldId id="260" r:id="rId8"/>
    <p:sldId id="268" r:id="rId20"/>
    <p:sldId id="261" r:id="rId9"/>
    <p:sldId id="264"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microsoft.com/office/2018/10/relationships/authors" Target="authors.xml"/><Relationship Id="rId20"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CancerServe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4" name="Picture 13" descr="cancerserve-logo"/>
          <p:cNvPicPr>
            <a:picLocks noChangeAspect="1"/>
          </p:cNvPicPr>
          <p:nvPr/>
        </p:nvPicPr>
        <p:blipFill>
          <a:blip r:embed="rId3"/>
          <a:stretch>
            <a:fillRect/>
          </a:stretch>
        </p:blipFill>
        <p:spPr>
          <a:xfrm>
            <a:off x="70485" y="-15875"/>
            <a:ext cx="931545" cy="979170"/>
          </a:xfrm>
          <a:prstGeom prst="rect">
            <a:avLst/>
          </a:prstGeom>
        </p:spPr>
      </p:pic>
      <p:pic>
        <p:nvPicPr>
          <p:cNvPr id="10" name="Picture 9" descr="Screenshot 2026-06-29 at 18.41.50"/>
          <p:cNvPicPr>
            <a:picLocks noChangeAspect="1"/>
          </p:cNvPicPr>
          <p:nvPr/>
        </p:nvPicPr>
        <p:blipFill>
          <a:blip r:embed="rId4"/>
          <a:stretch>
            <a:fillRect/>
          </a:stretch>
        </p:blipFill>
        <p:spPr>
          <a:xfrm>
            <a:off x="5867400" y="1812925"/>
            <a:ext cx="2941320" cy="1680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 data confirms 98.9% of users are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2012950"/>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Cancer Serve website achieved robust overall performance during the reviewed period, drawing 158 active users, with 150 (98.9%) identified as new visitors. This significant ratio of first-time users demonstrates successful audience acquisition and consistent brand presence across digital platforms.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An average engagement time of 48s signifies substantive content interaction. Visitors to the platform allocate time to engagement instead of immediate exit, underscoring the relevance and appeal of the content, irrespective of the audience volume.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158</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98.9%</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2.8%</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Engagement metrics confirm a 158 Strong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158</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150</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(98.9%)</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48s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34340" y="2127897"/>
            <a:ext cx="3816733" cy="1906905"/>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Cancer Serve website demonstrated solid and encouraging performance within the reporting period, recording a total of 158 active users. Notably, 150 users (98.9%) were new visitors, underscoring robust brand discovery and the success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48s reflects moderate but meaningful interaction. Although slightly below longer-form corporate benchmarks, this duration suggests users review key information adequately, avoiding immediate exits.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6-29 at 18.41.50"/>
          <p:cNvPicPr>
            <a:picLocks noChangeAspect="1"/>
          </p:cNvPicPr>
          <p:nvPr/>
        </p:nvPicPr>
        <p:blipFill>
          <a:blip r:embed="rId1"/>
          <a:stretch>
            <a:fillRect/>
          </a:stretch>
        </p:blipFill>
        <p:spPr>
          <a:xfrm>
            <a:off x="4648200" y="2498725"/>
            <a:ext cx="3895090" cy="2225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 Leads, Global Opportunities Emerge.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185801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Zimbabwe leads geographic performance, contributing 72 users (45.57% of total traffic). A 56.1% engagement rate and 0.96 engaged sessions per active user indicate strong volume and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Singapore (33 users) records a 6.06% engagement rate, while the United States (22 users) achieves 61.29%, demonstrating stronger visit quality despite lower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including Australia (100%), the Netherlands (50%), and Canada (50%), show strong engagement efficiency, although their limited user volumes should be considered.</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6-29 at 18.44.33"/>
          <p:cNvPicPr>
            <a:picLocks noChangeAspect="1"/>
          </p:cNvPicPr>
          <p:nvPr/>
        </p:nvPicPr>
        <p:blipFill>
          <a:blip r:embed="rId1"/>
          <a:stretch>
            <a:fillRect/>
          </a:stretch>
        </p:blipFill>
        <p:spPr>
          <a:xfrm>
            <a:off x="4268470" y="1279525"/>
            <a:ext cx="4418330" cy="33261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About Us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25545"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Homepage drives the highest traffic, accounting for 36.39% of total views (147 views), with 1.65 views per active user and an average engagement time of 25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About Us (48 views), Donate (27 views), and Gallery (18 views) also contribute meaningful traffic.</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Donation (3.33 views per user), What Is Breast Cancer? (2.80), and Cart (2.43), indicating stronger exploration and action intent.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the website generated 404 views from 158 active users, averaging 2.56 views per user and 48 seconds of engagement. Traffic is largely driven by the Homepage, while educational and donation-related pages attract deeper interest.</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6-29 at 18.47.08"/>
          <p:cNvPicPr>
            <a:picLocks noChangeAspect="1"/>
          </p:cNvPicPr>
          <p:nvPr/>
        </p:nvPicPr>
        <p:blipFill>
          <a:blip r:embed="rId1"/>
          <a:stretch>
            <a:fillRect/>
          </a:stretch>
        </p:blipFill>
        <p:spPr>
          <a:xfrm>
            <a:off x="4267200" y="1660525"/>
            <a:ext cx="4572000" cy="24231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A strong foundation is present; visibility requires enhancement.</a:t>
            </a:r>
            <a:endParaRPr sz="1300">
              <a:solidFill>
                <a:srgbClr val="334154"/>
              </a:solidFill>
              <a:latin typeface="Raleway" pitchFamily="2" charset="77"/>
              <a:cs typeface="Times New Roman" panose="02020603050405020304"/>
            </a:endParaRPr>
          </a:p>
        </p:txBody>
      </p:sp>
      <p:sp>
        <p:nvSpPr>
          <p:cNvPr id="5" name="object 5"/>
          <p:cNvSpPr txBox="1"/>
          <p:nvPr/>
        </p:nvSpPr>
        <p:spPr>
          <a:xfrm>
            <a:off x="304508" y="2041318"/>
            <a:ext cx="3595578" cy="2153920"/>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1.81K impressions, the brand maintains a growing presence in search results, supporting continued keyword visibility and discoverability. This visibility generated 50 clicks, representing a 2.8% click-through rate.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average position of 24.7 indicates that many queries rank around the third page of search results. Targeted content and technical SEO improvements could help move these rankings closer to the first page.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Performance fluctuated throughout the period, with impressions remaining visible but clicks declining towards the end. This highlights an opportunity to improve rankings and search-result appeal.</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6-29 at 18.48.41"/>
          <p:cNvPicPr>
            <a:picLocks noChangeAspect="1"/>
          </p:cNvPicPr>
          <p:nvPr/>
        </p:nvPicPr>
        <p:blipFill>
          <a:blip r:embed="rId1"/>
          <a:stretch>
            <a:fillRect/>
          </a:stretch>
        </p:blipFill>
        <p:spPr>
          <a:xfrm>
            <a:off x="3962400" y="2360295"/>
            <a:ext cx="4643120" cy="13627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“Dr Nyakabau” (1 click) and “Cancer Association of Zimbabwe” (78 impressions)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2" name="Picture 1" descr="Screenshot 2026-06-29 at 18.49.49"/>
          <p:cNvPicPr>
            <a:picLocks noChangeAspect="1"/>
          </p:cNvPicPr>
          <p:nvPr/>
        </p:nvPicPr>
        <p:blipFill>
          <a:blip r:embed="rId1"/>
          <a:stretch>
            <a:fillRect/>
          </a:stretch>
        </p:blipFill>
        <p:spPr>
          <a:xfrm>
            <a:off x="3856990" y="1812925"/>
            <a:ext cx="5287010" cy="179387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4933</Words>
  <Application>WPS Presentation</Application>
  <PresentationFormat>Custom</PresentationFormat>
  <Paragraphs>103</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Trebuchet MS</vt:lpstr>
      <vt:lpstr>Raleway</vt:lpstr>
      <vt:lpstr>Times New Roman</vt:lpstr>
      <vt:lpstr>Raleway Regular</vt:lpstr>
      <vt:lpstr>Raleway Bold</vt:lpstr>
      <vt:lpstr>Microsoft YaHei</vt:lpstr>
      <vt:lpstr>汉仪旗黑</vt:lpstr>
      <vt:lpstr>Arial Unicode MS</vt:lpstr>
      <vt:lpstr>Calibri</vt:lpstr>
      <vt:lpstr>Helvetica Neue</vt:lpstr>
      <vt:lpstr>Office Theme</vt:lpstr>
      <vt:lpstr> CancerServe Performance Report</vt:lpstr>
      <vt:lpstr>PowerPoint 演示文稿</vt:lpstr>
      <vt:lpstr>Executive Summary</vt:lpstr>
      <vt:lpstr>Engagement metrics confirm a 158 Strong Active User Baseline.</vt:lpstr>
      <vt:lpstr>Zimbabwe Leads, Global Opportunities Emerge.</vt:lpstr>
      <vt:lpstr>Page Performance</vt:lpstr>
      <vt:lpstr>Search Performance</vt:lpstr>
      <vt:lpstr>Top Queries</vt:lpstr>
      <vt:lpstr>SEO</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135</cp:revision>
  <dcterms:created xsi:type="dcterms:W3CDTF">2026-06-30T08:46:07Z</dcterms:created>
  <dcterms:modified xsi:type="dcterms:W3CDTF">2026-06-30T08:46:07Z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2026-01-30T20:00:00Z</vt:filetime>
  </property>
  <property fmtid="{D5CDD505-2E9C-101B-9397-08002B2CF9AE}" pid="3" name="LastSaved">
    <vt:filetime>2026-02-26T20:00:00Z</vt:filetime>
  </property>
  <property fmtid="{D5CDD505-2E9C-101B-9397-08002B2CF9AE}" pid="4" name="ICV">
    <vt:lpwstr>784B60E16705FEAEA327CA69676F0BEA_42</vt:lpwstr>
  </property>
  <property fmtid="{D5CDD505-2E9C-101B-9397-08002B2CF9AE}" pid="5" name="KSOProductBuildVer">
    <vt:lpwstr>1033-12.1.26015.26015</vt:lpwstr>
  </property>
</Properties>
</file>